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{{과제명}}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{{과제년도}}년 과제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사업부: {{사업부}}  |  프로세스: {{프로세스}}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74151"/>
                </a:solidFill>
              </a:defRPr>
            </a:pPr>
            <a:r>
              <a:t>과제 PL: {{과제PL}}  |  작성자: {{작성자}}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74151"/>
                </a:solidFill>
              </a:defRPr>
            </a:pPr>
            <a:r>
              <a:t>기간: {{시작}}월 ~ {{종료}}월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과제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과제명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{{과제명}}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사업부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54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{{사업부}}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{{프로세스}}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과제영역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688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{{과제영역}}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과제구분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{{과제구분}}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383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{{시작}}월 ~ {{종료}}월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진행상태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840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{{진행상태}}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진행률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97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{{진행률}}%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PoC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7548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{{PoC과제여부}}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151"/>
                </a:solidFill>
              </a:defRPr>
            </a:pPr>
            <a:r>
              <a:t>중점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212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{{중점과제여부}}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담당자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담당부서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{{담당부서목록}}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과제 참여인력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{{과제참여인력목록}}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성과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{{성과목록}}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액션아이템 및 비고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액션아이템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{{액션아이템목록}}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4151"/>
                </a:solidFill>
              </a:defRPr>
            </a:pPr>
            <a:r>
              <a:t>과제 상세설명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{{과제상세설명}}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사용 가능한 플레이스홀더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411480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기본 정보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{{과제명}}  —  과제명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{{과제년도}}  —  과제년도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{{사업부}}  —  사업부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{{프로세스}}  —  프로세스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{{과제PL}}  —  과제 PL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{{작성자}}  —  작성자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{{시작}}  —  시작월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{{종료}}  —  종료월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{{과제영역}}  —  과제영역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{{과제구분}}  —  과제구분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{{진행상태}}  —  진행상태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{{진행률}}  —  진행률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{{PoC과제여부}}  —  PoC 과제 여부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{{중점과제여부}}  —  중점 과제 여부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{{과제상세설명}}  —  과제 상세설명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{{담당부서목록}}  —  담당부서 (쉼표 구분)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41148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참여인력  (N = 1 ~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{{과제참여인력목록}}  —  참여인력 전체 (줄바꿈)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{{참여인력수}}  —  참여인력 총 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{{참여인력N_이름}}  —  N번째 참여인력 이름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{{참여인력N_부서}}  —  N번째 참여인력 부서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{{참여인력N_knoxId}}  —  N번째 참여인력 knoxId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{{참여인력N_선택사업부}}  —  N번째 참여인력 선택사업부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685800"/>
            <a:ext cx="411480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성과  (N = 1 ~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{{성과목록}}  —  성과 전체 (줄바꿈)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{{성과수}}  —  성과 총 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{{성과N_항목}}  —  N번째 성과 항목명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{{성과N_대분류}}  —  N번째 성과 대분류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{{성과N_기여도}}  —  N번째 성과 기여도(%)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{{성과N_현재수준}}  —  N번째 성과 현재수준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{{성과N_목표수준}}  —  N번째 성과 목표수준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{{성과N_실적수준}}  —  N번째 성과 실적수준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{{성과N_단위}}  —  N번째 성과 단위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743200"/>
            <a:ext cx="411480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액션아이템  (N = 1 ~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{{액션아이템목록}}  —  액션아이템 전체 (줄바꿈)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{{액션아이템수}}  —  액션아이템 총 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{{액션아이템N_이름}}  —  N번째 액션아이템 제목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{{액션아이템N_목표일}}  —  N번째 액션아이템 목표일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{{액션아이템N_완료여부}}  —  완료 / 진행중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{{액션아이템N_완료일}}  —  N번째 액션아이템 완료일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{{액션아이템N_세부항목}}  —  세부항목 (쉼표 구분)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※ N 자리에 1~20 숫자를 넣으면 해당 순번의 값으로 치환됩니다.  예) {{성과1_항목}}, {{액션아이템3_이름}}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※ 데이터가 없는 번호는 빈 문자열로 치환됩니다.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※ 이 페이지는 레퍼런스용입니다. 템플릿 수정 후 이 슬라이드를 삭제해도 무방합니다.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
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7" d="100"/>
          <a:sy n="87" d="100"/>
        </p:scale>
        <p:origin x="76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9EA9A-C9DE-05FD-5E8D-763AF763E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D32DF5-7839-4090-CFFB-CC35C1723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B5088-7605-C420-03FC-B9A10EAA3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A49379-C8F7-25AB-5E5A-A45B9CD3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5F89F-6DC1-1D6C-46DC-9EBC22BC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49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873D5-CE77-C5BB-FDC0-9D953DA8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87632F-A5A6-F7AC-D686-49481456A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579199-CF83-44A6-5FE1-BA0962C6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E43992-1DD5-94A7-DFBD-983A1CFD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EF7EB-9C46-5278-43A3-F726AC53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97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2824D-4238-C429-7292-19E2FA7A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684977-CF0B-6335-1921-F9269A631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E1BF70-3D3F-E877-A943-70835241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5673CD-FA0A-5850-9E7E-88C574BA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7E39CF-87C0-158D-8E52-53EF7018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24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831BF-1F55-751E-CE0D-D256EE5A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13963F-F927-2FB4-573E-84BA4EF13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8E8926-DB2C-85A2-3653-A30664F7C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F1FD7D-FB96-C0E0-A887-0CB97B56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C24A4B-1BAA-E4E3-ED2F-818F998B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17CDF6-EA92-679F-071B-482B73AA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09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3E3C3-385F-A6F1-002A-58916F30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C2798F-E70B-0A99-84F2-4E3A2612A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A30B2A-970D-204A-6CD3-151905458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233E21-9F20-F99D-EB67-FD2D94EB4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4AF54-92ED-18D1-6A50-AF5AEC07D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3B5FC3-2D7B-ABF7-B32B-D299BF40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C3B72E-1B7D-6A07-DCFA-34350B02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0464F7-D07D-8D9A-30DE-814AA8CE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76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2096E-DA6B-C506-A891-D623AAEC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24CFC6-646A-6D25-8412-83319F5D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6E2E0C-CC4F-9ACD-C958-2CC3D3C6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83379E-23C8-CF97-7970-BA77A7AC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78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CBCD68-E93C-E173-A9CB-36F9EBC21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B7F567-6796-70BB-19C5-3A498F6F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9504D-47F7-8CC8-B4FE-058DB9A7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8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B3F56-1B3F-DF8C-4696-6F7C1C54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5EFD5-10CB-9576-96CA-E2427D4D5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F3754E-D3B1-6F3E-A0BF-F5CE37CB3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CBBE5F-4C15-CFC6-4CE4-CB1B7ED3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F6991B-1A27-6244-EAD3-EFA1A7E5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F5F0E4-85FD-5397-479A-19C53602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3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AF7DB-595E-4A89-93AE-E501F16D9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E51A69-AD97-0500-C07A-A1ECF59A4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193BF6-8BE6-DC9F-102C-823EAD197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E03EEC-32CE-A4F8-08FF-B47D17BD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5B3ABE-A5F7-2CF8-4588-F664455F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55C27-B272-CF3F-FF54-4B82593C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84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E42E8-8391-D024-3968-9AC1EF5B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56B73-D816-D077-F6AE-F2C401999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FE396-62A9-41AA-4E63-0288C2C6D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29ED70-4C98-E10E-108F-C0653988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67522A-A860-A728-3590-65D5D70C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58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24015D-0D53-F74B-BA92-FB0CAF7E1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EC0E5F-08BD-0364-AEBB-422F8B40E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555FD-6E94-57E6-9FF9-7D3FEDDC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AD66C-34B9-4ED3-17BF-4C663984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98A97-0980-3C5E-2B09-804C88C6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12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E34887-88FC-38E9-8EEF-FA8C0CE3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D447D-4854-DEDB-50F7-BD996FB2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468FD-0FDF-F81A-135A-B1FDB842F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012B9-D976-4959-9970-61E33F380E5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E09D7A-A00A-D158-EF80-37DB127A7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26F0E9-FDBC-A360-AD21-9B984C3C2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892B2-909A-4EF2-AC44-4788A86D2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18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3BD8B4-C18D-0244-2B83-7063CA6F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30" y="670474"/>
            <a:ext cx="10884877" cy="551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1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4596F-7881-55FA-3F3C-0591B522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9CF54E-EAA0-4D79-5DC3-E1CEDA2F1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6" y="0"/>
            <a:ext cx="6792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8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EE136-7C96-C95C-9A77-2CEB2377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A432DF-2FF8-C795-4202-CA950360E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6" y="0"/>
            <a:ext cx="6792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5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용진 박</dc:creator>
  <cp:lastModifiedBy>용진 박</cp:lastModifiedBy>
  <cp:revision>1</cp:revision>
  <dcterms:created xsi:type="dcterms:W3CDTF">2026-01-30T17:53:10Z</dcterms:created>
  <dcterms:modified xsi:type="dcterms:W3CDTF">2026-01-30T17:59:44Z</dcterms:modified>
</cp:coreProperties>
</file>